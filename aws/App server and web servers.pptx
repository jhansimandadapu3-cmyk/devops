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08" autoAdjust="0"/>
  </p:normalViewPr>
  <p:slideViewPr>
    <p:cSldViewPr>
      <p:cViewPr varScale="1">
        <p:scale>
          <a:sx n="80" d="100"/>
          <a:sy n="80" d="100"/>
        </p:scale>
        <p:origin x="-1522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BB630-1577-4A7C-A624-3763F98D85BF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10FC6-BFCF-4B68-933F-69B3DCDDDF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10FC6-BFCF-4B68-933F-69B3DCDDDFD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Install java-17Yum install java-17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10FC6-BFCF-4B68-933F-69B3DCDDDFDE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B74B7-5148-4FA9-B802-4A2A010ED00A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82FC6-C9C5-4E9E-85CE-915428EC122F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A594B-09FC-4D25-816C-13DFEA169B56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E8506-CF28-459A-BD3E-B057F434F161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C51C-FF79-4444-855B-CF5578F0F6BB}" type="datetime1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8DBFF-0423-4E8C-8F10-70FED0F81E09}" type="datetime1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411D0-5FAB-4F50-827D-E02CDEBC1FFE}" type="datetime1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82639-05E7-41A5-B189-187B02FF4F13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419C-368B-4DC6-909C-A11DD22A970A}" type="datetime1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9D102-0191-4D81-8CF3-8CCD0FACBB77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1E3DF-774C-4306-8A06-7E938AE204F8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85FED-6332-4996-A1EA-81C967241F6C}" type="datetime1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5D8F4-5023-475E-ABBB-6BEBD806C53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App server and web servers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Webserver configuration testing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Apache(</a:t>
            </a:r>
            <a:r>
              <a:rPr lang="en-US" dirty="0" err="1" smtClean="0"/>
              <a:t>httpd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Nginx</a:t>
            </a:r>
            <a:endParaRPr lang="en-US" dirty="0" smtClean="0"/>
          </a:p>
          <a:p>
            <a:pPr>
              <a:buNone/>
            </a:pPr>
            <a:r>
              <a:rPr lang="en-US" dirty="0" err="1" smtClean="0"/>
              <a:t>Webservers</a:t>
            </a:r>
            <a:r>
              <a:rPr lang="en-US" dirty="0" smtClean="0"/>
              <a:t> will help us to manage/deploy the static websites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Yum install </a:t>
            </a:r>
            <a:r>
              <a:rPr lang="en-US" dirty="0" err="1" smtClean="0"/>
              <a:t>httpd</a:t>
            </a:r>
            <a:endParaRPr lang="en-US" dirty="0" smtClean="0"/>
          </a:p>
          <a:p>
            <a:r>
              <a:rPr lang="en-US" dirty="0" err="1" smtClean="0"/>
              <a:t>Systemctl</a:t>
            </a:r>
            <a:r>
              <a:rPr lang="en-US" dirty="0" smtClean="0"/>
              <a:t> status </a:t>
            </a:r>
            <a:r>
              <a:rPr lang="en-US" dirty="0" err="1" smtClean="0"/>
              <a:t>httpd</a:t>
            </a:r>
            <a:r>
              <a:rPr lang="en-US" dirty="0" smtClean="0"/>
              <a:t> –l </a:t>
            </a:r>
          </a:p>
          <a:p>
            <a:r>
              <a:rPr lang="en-US" dirty="0" err="1" smtClean="0"/>
              <a:t>ps</a:t>
            </a:r>
            <a:r>
              <a:rPr lang="en-US" dirty="0"/>
              <a:t> </a:t>
            </a:r>
            <a:r>
              <a:rPr lang="en-US" dirty="0" smtClean="0"/>
              <a:t>–</a:t>
            </a:r>
            <a:r>
              <a:rPr lang="en-US" dirty="0" err="1" smtClean="0"/>
              <a:t>ef</a:t>
            </a:r>
            <a:r>
              <a:rPr lang="en-US" dirty="0" smtClean="0"/>
              <a:t> | </a:t>
            </a:r>
            <a:r>
              <a:rPr lang="en-US" dirty="0" err="1" smtClean="0"/>
              <a:t>grep</a:t>
            </a:r>
            <a:r>
              <a:rPr lang="en-US" dirty="0" smtClean="0"/>
              <a:t> </a:t>
            </a:r>
            <a:r>
              <a:rPr lang="en-US" dirty="0" err="1" smtClean="0"/>
              <a:t>httpd</a:t>
            </a:r>
            <a:endParaRPr lang="en-US" dirty="0" smtClean="0"/>
          </a:p>
          <a:p>
            <a:r>
              <a:rPr lang="en-US" dirty="0" smtClean="0"/>
              <a:t>Default port no : 80</a:t>
            </a:r>
          </a:p>
          <a:p>
            <a:r>
              <a:rPr lang="en-US" dirty="0" smtClean="0"/>
              <a:t>Default deployment location : /</a:t>
            </a:r>
            <a:r>
              <a:rPr lang="en-US" dirty="0" err="1" smtClean="0"/>
              <a:t>var</a:t>
            </a:r>
            <a:r>
              <a:rPr lang="en-US" dirty="0" smtClean="0"/>
              <a:t>/www/html</a:t>
            </a:r>
          </a:p>
          <a:p>
            <a:r>
              <a:rPr lang="en-US" dirty="0" smtClean="0"/>
              <a:t>Change port no : /etc/</a:t>
            </a:r>
            <a:r>
              <a:rPr lang="en-US" dirty="0" err="1" smtClean="0"/>
              <a:t>httpd</a:t>
            </a:r>
            <a:r>
              <a:rPr lang="en-US" dirty="0" smtClean="0"/>
              <a:t>/conf/</a:t>
            </a:r>
            <a:r>
              <a:rPr lang="en-US" dirty="0" err="1" smtClean="0"/>
              <a:t>httpd.conf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jjhan\OneDrive\Desktop\devops 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332656" y="0"/>
            <a:ext cx="19312114" cy="108630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Nginx</a:t>
            </a:r>
            <a:r>
              <a:rPr lang="en-US" dirty="0" smtClean="0"/>
              <a:t>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Yum install </a:t>
            </a:r>
            <a:r>
              <a:rPr lang="en-US" dirty="0" err="1" smtClean="0"/>
              <a:t>nginx</a:t>
            </a:r>
            <a:endParaRPr lang="en-US" dirty="0" smtClean="0"/>
          </a:p>
          <a:p>
            <a:r>
              <a:rPr lang="en-US" dirty="0" err="1" smtClean="0"/>
              <a:t>Systemctl</a:t>
            </a:r>
            <a:r>
              <a:rPr lang="en-US" dirty="0" smtClean="0"/>
              <a:t>  start </a:t>
            </a:r>
            <a:r>
              <a:rPr lang="en-US" dirty="0" err="1" smtClean="0"/>
              <a:t>nginx</a:t>
            </a:r>
            <a:endParaRPr lang="en-US" dirty="0" smtClean="0"/>
          </a:p>
          <a:p>
            <a:r>
              <a:rPr lang="en-US" dirty="0" err="1" smtClean="0"/>
              <a:t>Systemctl</a:t>
            </a:r>
            <a:r>
              <a:rPr lang="en-US" dirty="0" smtClean="0"/>
              <a:t> status </a:t>
            </a:r>
            <a:r>
              <a:rPr lang="en-US" dirty="0" err="1" smtClean="0"/>
              <a:t>nginx</a:t>
            </a:r>
            <a:endParaRPr lang="en-US" dirty="0" smtClean="0"/>
          </a:p>
          <a:p>
            <a:r>
              <a:rPr lang="en-US" dirty="0" smtClean="0"/>
              <a:t>Ps –</a:t>
            </a:r>
            <a:r>
              <a:rPr lang="en-US" dirty="0" err="1" smtClean="0"/>
              <a:t>ef</a:t>
            </a:r>
            <a:r>
              <a:rPr lang="en-US" dirty="0" smtClean="0"/>
              <a:t> | </a:t>
            </a:r>
            <a:r>
              <a:rPr lang="en-US" dirty="0" err="1" smtClean="0"/>
              <a:t>grep</a:t>
            </a:r>
            <a:r>
              <a:rPr lang="en-US" dirty="0" smtClean="0"/>
              <a:t> </a:t>
            </a:r>
            <a:r>
              <a:rPr lang="en-US" dirty="0" err="1" smtClean="0"/>
              <a:t>nginx</a:t>
            </a:r>
            <a:endParaRPr lang="en-US" dirty="0" smtClean="0"/>
          </a:p>
          <a:p>
            <a:r>
              <a:rPr lang="en-US" dirty="0" smtClean="0"/>
              <a:t>Default deployment location : /</a:t>
            </a:r>
            <a:r>
              <a:rPr lang="en-US" dirty="0" err="1" smtClean="0"/>
              <a:t>usr</a:t>
            </a:r>
            <a:r>
              <a:rPr lang="en-US" dirty="0" smtClean="0"/>
              <a:t>/share/</a:t>
            </a:r>
            <a:r>
              <a:rPr lang="en-US" dirty="0" err="1" smtClean="0"/>
              <a:t>nginx</a:t>
            </a:r>
            <a:endParaRPr lang="en-US" dirty="0" smtClean="0"/>
          </a:p>
          <a:p>
            <a:r>
              <a:rPr lang="en-US" dirty="0" smtClean="0"/>
              <a:t>Default configuration : /etc/</a:t>
            </a:r>
            <a:r>
              <a:rPr lang="en-US" dirty="0" err="1" smtClean="0"/>
              <a:t>nginx</a:t>
            </a:r>
            <a:r>
              <a:rPr lang="en-US" dirty="0" smtClean="0"/>
              <a:t>/</a:t>
            </a:r>
            <a:r>
              <a:rPr lang="en-US" dirty="0" err="1" smtClean="0"/>
              <a:t>nginx.conf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Users\jjhan\OneDrive\Desktop\devops 1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Appserver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used to deploy dynamic content</a:t>
            </a:r>
          </a:p>
          <a:p>
            <a:r>
              <a:rPr lang="en-US" dirty="0" smtClean="0"/>
              <a:t>Apache tomcat</a:t>
            </a:r>
          </a:p>
          <a:p>
            <a:r>
              <a:rPr lang="en-US" dirty="0" err="1" smtClean="0"/>
              <a:t>Jboss</a:t>
            </a:r>
            <a:endParaRPr lang="en-US" dirty="0" smtClean="0"/>
          </a:p>
          <a:p>
            <a:r>
              <a:rPr lang="en-US" dirty="0" err="1" smtClean="0"/>
              <a:t>Weblogic</a:t>
            </a:r>
            <a:endParaRPr lang="en-US" dirty="0" smtClean="0"/>
          </a:p>
          <a:p>
            <a:r>
              <a:rPr lang="en-US" dirty="0" smtClean="0"/>
              <a:t>Most of them used apache tomcat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Tomcat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Pre-</a:t>
            </a:r>
            <a:r>
              <a:rPr lang="en-US" dirty="0" err="1" smtClean="0"/>
              <a:t>requiste</a:t>
            </a:r>
            <a:r>
              <a:rPr lang="en-US" dirty="0" smtClean="0"/>
              <a:t> : install java “yum install </a:t>
            </a:r>
            <a:r>
              <a:rPr lang="en-US" dirty="0" err="1" smtClean="0"/>
              <a:t>java”Wget</a:t>
            </a:r>
            <a:r>
              <a:rPr lang="en-US" dirty="0" smtClean="0"/>
              <a:t> “ tomcat tar file download web </a:t>
            </a:r>
            <a:r>
              <a:rPr lang="en-US" dirty="0" err="1" smtClean="0"/>
              <a:t>link”Extract</a:t>
            </a:r>
            <a:r>
              <a:rPr lang="en-US" dirty="0" smtClean="0"/>
              <a:t> apache tar </a:t>
            </a:r>
            <a:r>
              <a:rPr lang="en-US" dirty="0" err="1" smtClean="0"/>
              <a:t>fileChange</a:t>
            </a:r>
            <a:r>
              <a:rPr lang="en-US" dirty="0" smtClean="0"/>
              <a:t> directory to extracted apache tomcat </a:t>
            </a:r>
            <a:r>
              <a:rPr lang="en-US" dirty="0" err="1" smtClean="0"/>
              <a:t>directoryChange</a:t>
            </a:r>
            <a:r>
              <a:rPr lang="en-US" dirty="0" smtClean="0"/>
              <a:t> to bin </a:t>
            </a:r>
            <a:r>
              <a:rPr lang="en-US" dirty="0" err="1" smtClean="0"/>
              <a:t>directoryTo</a:t>
            </a:r>
            <a:r>
              <a:rPr lang="en-US" dirty="0" smtClean="0"/>
              <a:t> start apache tomcat service “bash startup.sh or ./</a:t>
            </a:r>
            <a:r>
              <a:rPr lang="en-US" dirty="0" err="1" smtClean="0"/>
              <a:t>startup.shOn</a:t>
            </a:r>
            <a:r>
              <a:rPr lang="en-US" dirty="0" smtClean="0"/>
              <a:t> browser check enter </a:t>
            </a:r>
            <a:r>
              <a:rPr lang="en-US" dirty="0" err="1" smtClean="0"/>
              <a:t>ip</a:t>
            </a:r>
            <a:r>
              <a:rPr lang="en-US" dirty="0" smtClean="0"/>
              <a:t> address with port number 8080Tomcat is installed page is displayed.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Tomcat Configuration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Tomcat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file from tomcat websitehttps://dlcdn.apache.org/tomcat/tomcat-9/v9.0.118/bin/apache-tomcat-9.0.118.tar.gz</a:t>
            </a:r>
          </a:p>
          <a:p>
            <a:r>
              <a:rPr lang="en-US" dirty="0" err="1" smtClean="0"/>
              <a:t>Cd</a:t>
            </a:r>
            <a:r>
              <a:rPr lang="en-US" dirty="0" smtClean="0"/>
              <a:t> /opt</a:t>
            </a:r>
          </a:p>
          <a:p>
            <a:r>
              <a:rPr lang="en-US" dirty="0" err="1" smtClean="0"/>
              <a:t>Wget</a:t>
            </a:r>
            <a:r>
              <a:rPr lang="en-US" dirty="0" smtClean="0"/>
              <a:t> https://dlcdn.apache.org/tomcat/tomcat-9/v9.0.118/bin/apache-tomcat-9.0.118.tar.gz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C:\Users\jjhan\OneDrive\Desktop\dev2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C:\Users\jjhan\OneDrive\Desktop\dev2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Tomcat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Mkdir</a:t>
            </a:r>
            <a:r>
              <a:rPr lang="en-US" dirty="0" smtClean="0"/>
              <a:t> /opt/tomcat</a:t>
            </a:r>
          </a:p>
          <a:p>
            <a:r>
              <a:rPr lang="en-US" dirty="0" err="1" smtClean="0"/>
              <a:t>Cd</a:t>
            </a:r>
            <a:r>
              <a:rPr lang="en-US" dirty="0" smtClean="0"/>
              <a:t> tomcat</a:t>
            </a:r>
          </a:p>
          <a:p>
            <a:r>
              <a:rPr lang="en-US" dirty="0" smtClean="0"/>
              <a:t>Extract the tomcat tar file : tar -</a:t>
            </a:r>
            <a:r>
              <a:rPr lang="en-US" dirty="0" err="1" smtClean="0"/>
              <a:t>xvzf</a:t>
            </a:r>
            <a:r>
              <a:rPr lang="en-US" dirty="0" smtClean="0"/>
              <a:t> apache-tomcat-9.0.118.tar.gz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C:\Users\jjhan\OneDrive\Desktop\dev2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C:\Users\jjhan\OneDrive\Desktop\dev2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Service file for tomcat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tomcat service file</a:t>
            </a:r>
          </a:p>
          <a:p>
            <a:r>
              <a:rPr lang="en-US" dirty="0" smtClean="0"/>
              <a:t>vi /etc/</a:t>
            </a:r>
            <a:r>
              <a:rPr lang="en-US" dirty="0" err="1" smtClean="0"/>
              <a:t>systemd</a:t>
            </a:r>
            <a:r>
              <a:rPr lang="en-US" dirty="0" smtClean="0"/>
              <a:t>/system/</a:t>
            </a:r>
            <a:r>
              <a:rPr lang="en-US" dirty="0" err="1" smtClean="0"/>
              <a:t>tomcat.service</a:t>
            </a:r>
            <a:endParaRPr lang="en-US" dirty="0" smtClean="0"/>
          </a:p>
          <a:p>
            <a:r>
              <a:rPr lang="en-US" dirty="0" smtClean="0"/>
              <a:t>add settings to the </a:t>
            </a:r>
            <a:r>
              <a:rPr lang="en-US" dirty="0" err="1" smtClean="0"/>
              <a:t>tomcat.service</a:t>
            </a:r>
            <a:r>
              <a:rPr lang="en-US" dirty="0" smtClean="0"/>
              <a:t> file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Tomcat service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Description=Apache Tomcat 9 Web Application </a:t>
            </a:r>
            <a:r>
              <a:rPr lang="en-US" dirty="0" err="1" smtClean="0"/>
              <a:t>ContainerAfter</a:t>
            </a:r>
            <a:r>
              <a:rPr lang="en-US" dirty="0" smtClean="0"/>
              <a:t>=</a:t>
            </a:r>
            <a:r>
              <a:rPr lang="en-US" dirty="0" err="1" smtClean="0"/>
              <a:t>network.target</a:t>
            </a:r>
            <a:r>
              <a:rPr lang="en-US" dirty="0" smtClean="0"/>
              <a:t>[Service]Type=</a:t>
            </a:r>
            <a:r>
              <a:rPr lang="en-US" dirty="0" err="1" smtClean="0"/>
              <a:t>forkingEnvironment</a:t>
            </a:r>
            <a:r>
              <a:rPr lang="en-US" dirty="0" smtClean="0"/>
              <a:t>=CATALINA_HOME=/opt/</a:t>
            </a:r>
            <a:r>
              <a:rPr lang="en-US" dirty="0" err="1" smtClean="0"/>
              <a:t>tomcatEnvironment</a:t>
            </a:r>
            <a:r>
              <a:rPr lang="en-US" dirty="0" smtClean="0"/>
              <a:t>=CATALINA_BASE=/opt/</a:t>
            </a:r>
            <a:r>
              <a:rPr lang="en-US" dirty="0" err="1" smtClean="0"/>
              <a:t>tomcatEnvironment</a:t>
            </a:r>
            <a:r>
              <a:rPr lang="en-US" dirty="0" smtClean="0"/>
              <a:t>=CATALINA_PID=/opt/tomcat/temp/</a:t>
            </a:r>
            <a:r>
              <a:rPr lang="en-US" dirty="0" err="1" smtClean="0"/>
              <a:t>tomcat.pidEnvironment</a:t>
            </a:r>
            <a:r>
              <a:rPr lang="en-US" dirty="0" smtClean="0"/>
              <a:t>=JAVA_HOME=/</a:t>
            </a:r>
            <a:r>
              <a:rPr lang="en-US" dirty="0" err="1" smtClean="0"/>
              <a:t>usr</a:t>
            </a:r>
            <a:r>
              <a:rPr lang="en-US" dirty="0" smtClean="0"/>
              <a:t>/lib/</a:t>
            </a:r>
            <a:r>
              <a:rPr lang="en-US" dirty="0" err="1" smtClean="0"/>
              <a:t>jvm</a:t>
            </a:r>
            <a:r>
              <a:rPr lang="en-US" dirty="0" smtClean="0"/>
              <a:t>/java-17-amazon-correttoEnvironment='CATALINA_OPTS=-Xms512M -Xmx1024M -server -XX:+</a:t>
            </a:r>
            <a:r>
              <a:rPr lang="en-US" dirty="0" err="1" smtClean="0"/>
              <a:t>UseParallelGC'ExecStart</a:t>
            </a:r>
            <a:r>
              <a:rPr lang="en-US" dirty="0" smtClean="0"/>
              <a:t>=/opt/tomcat/bin/</a:t>
            </a:r>
            <a:r>
              <a:rPr lang="en-US" dirty="0" err="1" smtClean="0"/>
              <a:t>startup.shExecStop</a:t>
            </a:r>
            <a:r>
              <a:rPr lang="en-US" dirty="0" smtClean="0"/>
              <a:t>=/opt/tomcat/bin/</a:t>
            </a:r>
            <a:r>
              <a:rPr lang="en-US" dirty="0" err="1" smtClean="0"/>
              <a:t>shutdown.shUser</a:t>
            </a:r>
            <a:r>
              <a:rPr lang="en-US" dirty="0" smtClean="0"/>
              <a:t>=</a:t>
            </a:r>
            <a:r>
              <a:rPr lang="en-US" dirty="0" err="1" smtClean="0"/>
              <a:t>tomcatGroup</a:t>
            </a:r>
            <a:r>
              <a:rPr lang="en-US" dirty="0" smtClean="0"/>
              <a:t>=</a:t>
            </a:r>
            <a:r>
              <a:rPr lang="en-US" dirty="0" err="1" smtClean="0"/>
              <a:t>tomcatUMask</a:t>
            </a:r>
            <a:r>
              <a:rPr lang="en-US" dirty="0" smtClean="0"/>
              <a:t>=0007RestartSec=10Restart=always[Install]</a:t>
            </a:r>
            <a:r>
              <a:rPr lang="en-US" dirty="0" err="1" smtClean="0"/>
              <a:t>WantedBy</a:t>
            </a:r>
            <a:r>
              <a:rPr lang="en-US" dirty="0" smtClean="0"/>
              <a:t>=multi-</a:t>
            </a:r>
            <a:r>
              <a:rPr lang="en-US" dirty="0" err="1" smtClean="0"/>
              <a:t>user.targetsystemctl</a:t>
            </a:r>
            <a:r>
              <a:rPr lang="en-US" dirty="0" smtClean="0"/>
              <a:t> daemon-</a:t>
            </a:r>
            <a:r>
              <a:rPr lang="en-US" dirty="0" err="1" smtClean="0"/>
              <a:t>reloadsystemctl</a:t>
            </a:r>
            <a:r>
              <a:rPr lang="en-US" dirty="0" smtClean="0"/>
              <a:t> enable tomcat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Status of Tomcat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systemctl</a:t>
            </a:r>
            <a:r>
              <a:rPr lang="en-US" dirty="0" smtClean="0"/>
              <a:t> start tomcat</a:t>
            </a:r>
          </a:p>
          <a:p>
            <a:r>
              <a:rPr lang="en-US" dirty="0" err="1" smtClean="0"/>
              <a:t>systemctl</a:t>
            </a:r>
            <a:r>
              <a:rPr lang="en-US" dirty="0" smtClean="0"/>
              <a:t> status tomcat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C:\Users\jjhan\OneDrive\Desktop\dev2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 descr="C:\Users\jjhan\OneDrive\Desktop\devops 1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0" y="-136525"/>
            <a:ext cx="18288000" cy="1028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260</Words>
  <Application>Microsoft Office PowerPoint</Application>
  <PresentationFormat>On-screen Show (4:3)</PresentationFormat>
  <Paragraphs>49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App server and web servers</vt:lpstr>
      <vt:lpstr>Web server</vt:lpstr>
      <vt:lpstr>Apache configuration</vt:lpstr>
      <vt:lpstr>Slide 4</vt:lpstr>
      <vt:lpstr>Nginx configuration</vt:lpstr>
      <vt:lpstr>Slide 6</vt:lpstr>
      <vt:lpstr>Appserver</vt:lpstr>
      <vt:lpstr>Apache Tomcat</vt:lpstr>
      <vt:lpstr>Apache Tomcat Configuration</vt:lpstr>
      <vt:lpstr>Tomcat installation</vt:lpstr>
      <vt:lpstr>Slide 11</vt:lpstr>
      <vt:lpstr>Slide 12</vt:lpstr>
      <vt:lpstr>Tomcat Installation</vt:lpstr>
      <vt:lpstr>Slide 14</vt:lpstr>
      <vt:lpstr>Slide 15</vt:lpstr>
      <vt:lpstr>Service file for tomcat</vt:lpstr>
      <vt:lpstr>Create Tomcat service file</vt:lpstr>
      <vt:lpstr>Status of Tomcat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server and web servers</dc:title>
  <dc:creator>jjhan</dc:creator>
  <cp:lastModifiedBy>jjhan</cp:lastModifiedBy>
  <cp:revision>13</cp:revision>
  <dcterms:created xsi:type="dcterms:W3CDTF">2026-05-13T10:58:10Z</dcterms:created>
  <dcterms:modified xsi:type="dcterms:W3CDTF">2026-05-13T13:02:41Z</dcterms:modified>
</cp:coreProperties>
</file>